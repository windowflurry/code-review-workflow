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3"/>
    <p:sldId id="257" r:id="rId5"/>
    <p:sldId id="258" r:id="rId6"/>
    <p:sldId id="259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Homework2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Simple Workflow MVP（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Week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5000"/>
          </a:bodyPr>
          <a:p>
            <a:endParaRPr lang="zh-CN" altLang="en-US"/>
          </a:p>
          <a:p>
            <a:r>
              <a:rPr lang="zh-CN" altLang="en-US"/>
              <a:t>#### 项目目标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搭建一个2-3个Agent协作的简单Workflow，理解Workflow编排、Agent间通信、状态管理等核心概念。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#### 可选方向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| 方向 | 流程描述 | Agent组成 |</a:t>
            </a:r>
            <a:endParaRPr lang="zh-CN" altLang="en-US"/>
          </a:p>
          <a:p>
            <a:r>
              <a:rPr lang="zh-CN" altLang="en-US"/>
              <a:t>|------|----------|----------|</a:t>
            </a:r>
            <a:endParaRPr lang="zh-CN" altLang="en-US"/>
          </a:p>
          <a:p>
            <a:r>
              <a:rPr lang="zh-CN" altLang="en-US"/>
              <a:t>| Mini SE流程 | 需求 → 设计 → 代码 | 需求Agent + 设计Agent + 编码Agent |</a:t>
            </a:r>
            <a:endParaRPr lang="zh-CN" altLang="en-US"/>
          </a:p>
          <a:p>
            <a:r>
              <a:rPr lang="zh-CN" altLang="en-US"/>
              <a:t>| 代码审查流程 | 编码 → 审查 → 修复 | 编码Agent + 审查Agent + 修复Agent |</a:t>
            </a:r>
            <a:endParaRPr lang="zh-CN" altLang="en-US"/>
          </a:p>
          <a:p>
            <a:r>
              <a:rPr lang="zh-CN" altLang="en-US"/>
              <a:t>| 文档生成流程 | 代码 → 分析 → 文档 | 分析Agent + 文档Agent |</a:t>
            </a:r>
            <a:endParaRPr lang="zh-CN" altLang="en-US"/>
          </a:p>
          <a:p>
            <a:r>
              <a:rPr lang="zh-CN" altLang="en-US"/>
              <a:t>| 测试流程 | 代码 → 生成测试 → 执行 | 测试生成Agent + 测试执行Agent |</a:t>
            </a:r>
            <a:endParaRPr lang="zh-CN" altLang="en-US"/>
          </a:p>
          <a:p>
            <a:r>
              <a:rPr lang="zh-CN" altLang="en-US"/>
              <a:t>| 内容创作流程 | 主题 → 大纲 → 内容 → 审校 | 规划Agent + 写作Agent + 审校Agent |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Simple Workflow MVP（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Week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583690"/>
            <a:ext cx="10515600" cy="5078730"/>
          </a:xfrm>
        </p:spPr>
        <p:txBody>
          <a:bodyPr>
            <a:normAutofit fontScale="25000"/>
          </a:bodyPr>
          <a:p>
            <a:r>
              <a:rPr lang="zh-CN" altLang="en-US" sz="4800">
                <a:sym typeface="+mn-ea"/>
              </a:rPr>
              <a:t>#### 技术要求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>
                <a:sym typeface="+mn-ea"/>
              </a:rPr>
              <a:t>1. **必须实现**：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至少2个Agent协作完成一个完整流程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实现Agent间的消息传递或状态共享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支持基本的流程控制（顺序执行）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MVP可运行即可，不需要复杂调度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>
                <a:sym typeface="+mn-ea"/>
              </a:rPr>
              <a:t>2. **推荐实现**：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支持条件分支、</a:t>
            </a:r>
            <a:r>
              <a:rPr lang="zh-CN" altLang="en-US" sz="4800">
                <a:sym typeface="+mn-ea"/>
              </a:rPr>
              <a:t>循环、并行执行等高级流程控制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可视化Workflow编排界面（可选）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执行日志与状态追踪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错误处理与恢复机制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>
                <a:sym typeface="+mn-ea"/>
              </a:rPr>
              <a:t>3. **从项目1复用**：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可复用项目1中开发的Agent作为Workflow节点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或参考项目1的经验重新设计</a:t>
            </a:r>
            <a:endParaRPr lang="zh-CN" altLang="en-US" sz="4800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Simple Workflow MVP（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Week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zh-CN" altLang="en-US">
                <a:sym typeface="+mn-ea"/>
              </a:rPr>
              <a:t>#### 评审标准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| 维度 | 权重 | 评分要点 |</a:t>
            </a:r>
            <a:endParaRPr lang="zh-CN" altLang="en-US"/>
          </a:p>
          <a:p>
            <a:r>
              <a:rPr lang="zh-CN" altLang="en-US">
                <a:sym typeface="+mn-ea"/>
              </a:rPr>
              <a:t>|------|------|----------|</a:t>
            </a:r>
            <a:endParaRPr lang="zh-CN" altLang="en-US"/>
          </a:p>
          <a:p>
            <a:r>
              <a:rPr lang="zh-CN" altLang="en-US">
                <a:sym typeface="+mn-ea"/>
              </a:rPr>
              <a:t>| 流程完整性 | 40% | Workflow是否跑通、端到端流程是否完整 |</a:t>
            </a:r>
            <a:endParaRPr lang="zh-CN" altLang="en-US"/>
          </a:p>
          <a:p>
            <a:r>
              <a:rPr lang="zh-CN" altLang="en-US">
                <a:sym typeface="+mn-ea"/>
              </a:rPr>
              <a:t>| Agent协作 | 30% | Agent间通信是否顺畅、状态管理是否合理 |</a:t>
            </a:r>
            <a:endParaRPr lang="zh-CN" altLang="en-US"/>
          </a:p>
          <a:p>
            <a:r>
              <a:rPr lang="zh-CN" altLang="en-US">
                <a:sym typeface="+mn-ea"/>
              </a:rPr>
              <a:t>| 可扩展性 | 20% | 架构是否支持新增Agent、修改流程 |</a:t>
            </a:r>
            <a:endParaRPr lang="zh-CN" altLang="en-US"/>
          </a:p>
          <a:p>
            <a:r>
              <a:rPr lang="zh-CN" altLang="en-US">
                <a:sym typeface="+mn-ea"/>
              </a:rPr>
              <a:t>| 文档 | 10% | 流程图、架构说明、使用文档 |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#### 提交物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待补充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WPS 演示</Application>
  <PresentationFormat>宽屏</PresentationFormat>
  <Paragraphs>58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Office 主题​​</vt:lpstr>
      <vt:lpstr>Homework2</vt:lpstr>
      <vt:lpstr>Simple Workflow MVP（2 Weeks）</vt:lpstr>
      <vt:lpstr>Simple Workflow MVP（2 Weeks）</vt:lpstr>
      <vt:lpstr>Simple Workflow MVP（2 Weeks）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ERICKONG</dc:creator>
  <cp:lastModifiedBy>夏日炎炎</cp:lastModifiedBy>
  <cp:revision>10</cp:revision>
  <dcterms:created xsi:type="dcterms:W3CDTF">2026-09-28T23:55:46Z</dcterms:created>
  <dcterms:modified xsi:type="dcterms:W3CDTF">2026-09-28T23:55:46Z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D0D964B04BF536D42AFDBA6A327E7C31_41</vt:lpwstr>
  </property>
</Properties>
</file>